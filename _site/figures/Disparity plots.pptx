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50"/>
    <p:restoredTop sz="94638"/>
  </p:normalViewPr>
  <p:slideViewPr>
    <p:cSldViewPr snapToGrid="0">
      <p:cViewPr>
        <p:scale>
          <a:sx n="261" d="100"/>
          <a:sy n="261" d="100"/>
        </p:scale>
        <p:origin x="-5304" y="-6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D7DE7-1EB1-44A0-A7B7-CCE8FAFC0A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D054A-B406-3AE5-2250-95FD89DB2C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B1587-364D-1988-1F4B-DFE416998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ADFF-C2A6-E048-B514-6486C3B8C38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0CCA7-98F1-AE84-3464-3C76695A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F7BE2-E857-C5E1-978D-C29F3F6D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6B6D4-0E91-E44B-B94F-B3ABEDDCF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3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2012-5A43-5DFA-E8BC-75533CB61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316C7-6F31-6702-459F-3F6C853C7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392D9-4FF5-E547-1CF2-304D47DB7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ADFF-C2A6-E048-B514-6486C3B8C38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D4BFF-B7FF-1142-B40B-70189E527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06660-5CA7-A201-B69E-4EE1BE520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6B6D4-0E91-E44B-B94F-B3ABEDDCF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244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71C9-F010-C217-9198-77062CE6D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3E3C0-1124-4858-2988-669B904B4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09756-B501-561A-9B25-87EC19FB0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ADFF-C2A6-E048-B514-6486C3B8C38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00261-039A-669E-DAF9-35F5D27A3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04C80-0361-2ACF-C954-B4E06CCBE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6B6D4-0E91-E44B-B94F-B3ABEDDCF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296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6848-A782-5BF5-27EC-12C324269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2C13A-402F-73F7-139A-8F5596D3D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C3B855-3D0C-67D3-C334-3DF2D58B6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4BB82-5CEE-A83D-DA49-C1BB10138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ADFF-C2A6-E048-B514-6486C3B8C38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520DA-D486-A67E-9AFD-5C8C295C2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58F1C-FC1B-45A8-CC18-F20B01BE2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6B6D4-0E91-E44B-B94F-B3ABEDDCF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559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48193-FE29-74EF-642E-D49F1006C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884C9-04DD-A18B-B0B1-9A7413C89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BBEF09-C0E4-0215-B3DD-4868E0827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AD4FD6-E22B-CFA6-5CF3-08DD81F2B3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C7D4B9-35BD-3D62-6029-4D03D79797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457DB5-75BC-A2DB-4F3D-B9F6AB516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ADFF-C2A6-E048-B514-6486C3B8C38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164CA4-083B-A5BB-DAA9-29E1BCB3A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54F312-FC14-C932-AF8E-FB4F2E63D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6B6D4-0E91-E44B-B94F-B3ABEDDCF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034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E93D8-B3C6-51D4-3CCB-7E017C71C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B7723C-274E-FBB0-668A-FC939BE5B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ADFF-C2A6-E048-B514-6486C3B8C38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47CEFD-5C62-ACAB-C092-256B116C6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ECB175-7529-D118-6CA0-FEDB41395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6B6D4-0E91-E44B-B94F-B3ABEDDCF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9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FE49F5-FE56-6249-7DF8-D1C54214A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ADFF-C2A6-E048-B514-6486C3B8C38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32663-07A2-410E-E2C9-FBEE137C2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F4603-17BF-9089-E782-8863270B9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6B6D4-0E91-E44B-B94F-B3ABEDDCF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87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2B730-8AFA-1F18-66E4-1BA8E9171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9C5C7-9A32-FF54-7E6A-C4F445D1D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DC8C75-1E6A-CA0A-0B50-FF0B80B89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D8AB2E-3261-5233-CAAB-A20C056B2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ADFF-C2A6-E048-B514-6486C3B8C38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358E1-BB6C-5EC1-4EB1-DA2305283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AE0B7-1C81-882A-15BD-2CFA8B4BE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6B6D4-0E91-E44B-B94F-B3ABEDDCF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460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08BCF-4B67-9DD3-D7D4-EBF3D58CF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55F02-2504-C31E-FC24-BAD565E80B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9C451-A819-8DF6-8FAD-3E773B046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B069CC-D9FD-1C18-D090-AA1EE1AB2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ADFF-C2A6-E048-B514-6486C3B8C38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923C3-64D0-2557-9E9F-CBB5CFA9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6843FD-5EF7-81A8-7319-8C6801B47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6B6D4-0E91-E44B-B94F-B3ABEDDCF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77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CFC54-4054-8518-FA35-92FD4870B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9743A6-AFE5-C750-50FA-52C244FD5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C4250-2EB7-8335-C1A6-593F97BCD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ADFF-C2A6-E048-B514-6486C3B8C38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92253-C12D-DBEB-5F99-5F6CBA311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C134A-E766-59E0-D724-90D143D6C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6B6D4-0E91-E44B-B94F-B3ABEDDCF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814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CD5618-7FF3-065F-A06D-86640901D7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7A77E-8BFA-3DB6-C1AC-86E66D4FF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5BF85-3DC6-6CCB-CB07-1B4C4F6E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ADFF-C2A6-E048-B514-6486C3B8C38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5533F-4085-DC9F-7141-34F7BE619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89529-3214-217B-CEF0-C24321136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6B6D4-0E91-E44B-B94F-B3ABEDDCF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98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D10F6E-66B4-A7FF-595E-BBDBF171F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99196-6E81-764B-BB99-80FEE8ABF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8FF14-A9E9-C5C9-FC38-E0FBAD96B2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BADFF-C2A6-E048-B514-6486C3B8C38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E7960-96E8-6DDF-6A59-50467C9C7F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98463-43C5-6CD0-9CC1-E7BE068FFA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C6B6D4-0E91-E44B-B94F-B3ABEDDCF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11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3DE91D6D-F8C6-654C-8E23-7D2A0DF11A65}"/>
              </a:ext>
            </a:extLst>
          </p:cNvPr>
          <p:cNvSpPr txBox="1"/>
          <p:nvPr/>
        </p:nvSpPr>
        <p:spPr>
          <a:xfrm>
            <a:off x="545337" y="2042067"/>
            <a:ext cx="2386015" cy="33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Alzheimer’s Disease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66E2B3-348E-EEB1-6F01-38E778FB4092}"/>
              </a:ext>
            </a:extLst>
          </p:cNvPr>
          <p:cNvSpPr txBox="1"/>
          <p:nvPr/>
        </p:nvSpPr>
        <p:spPr>
          <a:xfrm>
            <a:off x="4462336" y="2042067"/>
            <a:ext cx="2386015" cy="33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Parkinson’s Disease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E46B2D-ADFA-37B7-24D9-126E1C405900}"/>
              </a:ext>
            </a:extLst>
          </p:cNvPr>
          <p:cNvSpPr txBox="1"/>
          <p:nvPr/>
        </p:nvSpPr>
        <p:spPr>
          <a:xfrm>
            <a:off x="8811323" y="2042067"/>
            <a:ext cx="2386015" cy="33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Neuroblastoma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D6C640-8DDE-04B0-FCFD-A03684B0E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1" y="2479306"/>
            <a:ext cx="3229045" cy="228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BD3079-8FD7-9AA6-DEA3-112694B963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60"/>
          <a:stretch>
            <a:fillRect/>
          </a:stretch>
        </p:blipFill>
        <p:spPr>
          <a:xfrm>
            <a:off x="8101112" y="2531449"/>
            <a:ext cx="3348240" cy="228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C0ADAD-DE1B-0EC4-F25F-0A89E13B3F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129" t="34116" r="2608" b="39261"/>
          <a:stretch>
            <a:fillRect/>
          </a:stretch>
        </p:blipFill>
        <p:spPr>
          <a:xfrm>
            <a:off x="2887284" y="3095536"/>
            <a:ext cx="567800" cy="9501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3A453D-5E2A-A668-7AD5-EA7A1514E3C9}"/>
              </a:ext>
            </a:extLst>
          </p:cNvPr>
          <p:cNvSpPr txBox="1"/>
          <p:nvPr/>
        </p:nvSpPr>
        <p:spPr>
          <a:xfrm>
            <a:off x="3093007" y="3259408"/>
            <a:ext cx="534882" cy="24053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Asian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0820EE-8936-9668-C8D9-99B027894B20}"/>
              </a:ext>
            </a:extLst>
          </p:cNvPr>
          <p:cNvSpPr txBox="1"/>
          <p:nvPr/>
        </p:nvSpPr>
        <p:spPr>
          <a:xfrm>
            <a:off x="3099869" y="3441064"/>
            <a:ext cx="701281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White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E5219F8-4C60-E96D-83AE-BEE2CA47E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3767" y="2512357"/>
            <a:ext cx="3229045" cy="2286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66B4F6C-C4EB-AE3B-6B33-BE8B92662A33}"/>
              </a:ext>
            </a:extLst>
          </p:cNvPr>
          <p:cNvSpPr txBox="1"/>
          <p:nvPr/>
        </p:nvSpPr>
        <p:spPr>
          <a:xfrm>
            <a:off x="3098503" y="3614481"/>
            <a:ext cx="89177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Indigenous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EDD4262-E53D-62BA-D237-BE1D0C64CD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129" t="34116" r="2608" b="39261"/>
          <a:stretch>
            <a:fillRect/>
          </a:stretch>
        </p:blipFill>
        <p:spPr>
          <a:xfrm>
            <a:off x="6875373" y="3135270"/>
            <a:ext cx="567800" cy="95016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275E151-3E0B-E82B-702E-6120B01FB74A}"/>
              </a:ext>
            </a:extLst>
          </p:cNvPr>
          <p:cNvSpPr txBox="1"/>
          <p:nvPr/>
        </p:nvSpPr>
        <p:spPr>
          <a:xfrm>
            <a:off x="7081096" y="3307381"/>
            <a:ext cx="534882" cy="24053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Asian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29CAEC-923C-FC3D-32BC-65A429EFD9D6}"/>
              </a:ext>
            </a:extLst>
          </p:cNvPr>
          <p:cNvSpPr txBox="1"/>
          <p:nvPr/>
        </p:nvSpPr>
        <p:spPr>
          <a:xfrm>
            <a:off x="7087959" y="3480798"/>
            <a:ext cx="73374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White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DAB5D5-B38E-AD5F-58F4-98B1CBBCB70B}"/>
              </a:ext>
            </a:extLst>
          </p:cNvPr>
          <p:cNvSpPr txBox="1"/>
          <p:nvPr/>
        </p:nvSpPr>
        <p:spPr>
          <a:xfrm>
            <a:off x="7086592" y="3654215"/>
            <a:ext cx="87835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Indigenous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A87030-8C8F-0B45-3A43-19200F3A7369}"/>
              </a:ext>
            </a:extLst>
          </p:cNvPr>
          <p:cNvSpPr txBox="1"/>
          <p:nvPr/>
        </p:nvSpPr>
        <p:spPr>
          <a:xfrm>
            <a:off x="7086593" y="3851773"/>
            <a:ext cx="106036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Negro (Black)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B35140A-C5BE-C94D-5D0D-241BB31E51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129" t="34116" r="2608" b="39261"/>
          <a:stretch>
            <a:fillRect/>
          </a:stretch>
        </p:blipFill>
        <p:spPr>
          <a:xfrm>
            <a:off x="10996849" y="3163217"/>
            <a:ext cx="567800" cy="95016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B24D262-4620-7EFA-11E6-B52CD7C3D774}"/>
              </a:ext>
            </a:extLst>
          </p:cNvPr>
          <p:cNvSpPr txBox="1"/>
          <p:nvPr/>
        </p:nvSpPr>
        <p:spPr>
          <a:xfrm>
            <a:off x="11181676" y="3851205"/>
            <a:ext cx="106036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Negro (Black)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00B24B-4160-E1FA-A316-8C158029D915}"/>
              </a:ext>
            </a:extLst>
          </p:cNvPr>
          <p:cNvSpPr txBox="1"/>
          <p:nvPr/>
        </p:nvSpPr>
        <p:spPr>
          <a:xfrm>
            <a:off x="11180487" y="3466102"/>
            <a:ext cx="73374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White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DE93EC-65A7-7292-2BE5-2ED1721B050D}"/>
              </a:ext>
            </a:extLst>
          </p:cNvPr>
          <p:cNvSpPr txBox="1"/>
          <p:nvPr/>
        </p:nvSpPr>
        <p:spPr>
          <a:xfrm>
            <a:off x="11175304" y="3286530"/>
            <a:ext cx="534882" cy="24053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Asian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BF6889-CB79-B8AD-B6D7-F8D0E7737698}"/>
              </a:ext>
            </a:extLst>
          </p:cNvPr>
          <p:cNvSpPr txBox="1"/>
          <p:nvPr/>
        </p:nvSpPr>
        <p:spPr>
          <a:xfrm>
            <a:off x="11181676" y="3645129"/>
            <a:ext cx="90474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Indigenous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43E51E-A1FA-3C26-690C-CD445126681D}"/>
              </a:ext>
            </a:extLst>
          </p:cNvPr>
          <p:cNvSpPr txBox="1"/>
          <p:nvPr/>
        </p:nvSpPr>
        <p:spPr>
          <a:xfrm>
            <a:off x="2898334" y="3024603"/>
            <a:ext cx="90281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Race/color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A51553-59CE-472B-68A6-84983A11CC69}"/>
              </a:ext>
            </a:extLst>
          </p:cNvPr>
          <p:cNvSpPr txBox="1"/>
          <p:nvPr/>
        </p:nvSpPr>
        <p:spPr>
          <a:xfrm>
            <a:off x="6870385" y="3045771"/>
            <a:ext cx="90281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Race/color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162859-F78A-BF7B-BA12-FE4DC714E20A}"/>
              </a:ext>
            </a:extLst>
          </p:cNvPr>
          <p:cNvSpPr txBox="1"/>
          <p:nvPr/>
        </p:nvSpPr>
        <p:spPr>
          <a:xfrm>
            <a:off x="10996849" y="3032412"/>
            <a:ext cx="90281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Race/color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0D96DE-D097-3361-B646-E5EBFA09C62C}"/>
              </a:ext>
            </a:extLst>
          </p:cNvPr>
          <p:cNvSpPr txBox="1"/>
          <p:nvPr/>
        </p:nvSpPr>
        <p:spPr>
          <a:xfrm rot="16200000">
            <a:off x="-562388" y="3459824"/>
            <a:ext cx="1386387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Relative Mortality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1ED7E3-E365-091E-CC7C-75CFCE4B22CD}"/>
              </a:ext>
            </a:extLst>
          </p:cNvPr>
          <p:cNvSpPr txBox="1"/>
          <p:nvPr/>
        </p:nvSpPr>
        <p:spPr>
          <a:xfrm>
            <a:off x="3076471" y="3812039"/>
            <a:ext cx="101084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Negro (Black)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DACB1C9-EE3B-8253-82D2-35E809C4E67D}"/>
              </a:ext>
            </a:extLst>
          </p:cNvPr>
          <p:cNvSpPr txBox="1"/>
          <p:nvPr/>
        </p:nvSpPr>
        <p:spPr>
          <a:xfrm rot="16200000">
            <a:off x="3415437" y="3466143"/>
            <a:ext cx="1386387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Relative Mortality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B6360C2-A2F4-86BE-FF3A-7B92DE07FF6E}"/>
              </a:ext>
            </a:extLst>
          </p:cNvPr>
          <p:cNvSpPr txBox="1"/>
          <p:nvPr/>
        </p:nvSpPr>
        <p:spPr>
          <a:xfrm rot="16200000">
            <a:off x="7434337" y="3479548"/>
            <a:ext cx="1386387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Relative Mortality</a:t>
            </a:r>
          </a:p>
        </p:txBody>
      </p:sp>
    </p:spTree>
    <p:extLst>
      <p:ext uri="{BB962C8B-B14F-4D97-AF65-F5344CB8AC3E}">
        <p14:creationId xmlns:p14="http://schemas.microsoft.com/office/powerpoint/2010/main" val="590253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34295-E079-9FA7-0BB7-9DD2DBD44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FE33D87C-40DD-B6AA-7AE6-C3611BE8D055}"/>
              </a:ext>
            </a:extLst>
          </p:cNvPr>
          <p:cNvSpPr txBox="1"/>
          <p:nvPr/>
        </p:nvSpPr>
        <p:spPr>
          <a:xfrm>
            <a:off x="545337" y="2042067"/>
            <a:ext cx="2386015" cy="33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Alzheimer’s Disease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E3B8A-B371-035C-CF8D-C320FCF17B3B}"/>
              </a:ext>
            </a:extLst>
          </p:cNvPr>
          <p:cNvSpPr txBox="1"/>
          <p:nvPr/>
        </p:nvSpPr>
        <p:spPr>
          <a:xfrm>
            <a:off x="4416036" y="2042067"/>
            <a:ext cx="2386015" cy="33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Parkinson’s Disease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7DE258-3F52-91DE-D22C-2993AD5E8C1C}"/>
              </a:ext>
            </a:extLst>
          </p:cNvPr>
          <p:cNvSpPr txBox="1"/>
          <p:nvPr/>
        </p:nvSpPr>
        <p:spPr>
          <a:xfrm>
            <a:off x="8286735" y="2042067"/>
            <a:ext cx="2386015" cy="33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Neuroblastoma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DF87D7F-DF9B-EE9E-81C5-524EA1070BD7}"/>
              </a:ext>
            </a:extLst>
          </p:cNvPr>
          <p:cNvGrpSpPr/>
          <p:nvPr/>
        </p:nvGrpSpPr>
        <p:grpSpPr>
          <a:xfrm>
            <a:off x="27744" y="2479306"/>
            <a:ext cx="12191142" cy="3161330"/>
            <a:chOff x="1146115" y="2479306"/>
            <a:chExt cx="11074891" cy="233814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4430D13-291B-3A76-E3A5-C29E5D202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3645"/>
            <a:stretch>
              <a:fillRect/>
            </a:stretch>
          </p:blipFill>
          <p:spPr>
            <a:xfrm>
              <a:off x="1250236" y="2479306"/>
              <a:ext cx="2992286" cy="2286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331A5E7-2E75-E03A-98CB-100C9F3A9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560"/>
            <a:stretch>
              <a:fillRect/>
            </a:stretch>
          </p:blipFill>
          <p:spPr>
            <a:xfrm>
              <a:off x="7877785" y="2531449"/>
              <a:ext cx="3571567" cy="22860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298A529-0251-5063-44A8-BC4BAC7D8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4693"/>
            <a:stretch>
              <a:fillRect/>
            </a:stretch>
          </p:blipFill>
          <p:spPr>
            <a:xfrm>
              <a:off x="4566935" y="2512357"/>
              <a:ext cx="2884179" cy="2286000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3772E8C7-3574-9C15-EE59-5EB76AAD4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6129" t="34116" r="2608" b="39261"/>
            <a:stretch>
              <a:fillRect/>
            </a:stretch>
          </p:blipFill>
          <p:spPr>
            <a:xfrm>
              <a:off x="10975819" y="3154656"/>
              <a:ext cx="567800" cy="950166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2A3B3B6-CB29-6953-9577-61CE30950492}"/>
                </a:ext>
              </a:extLst>
            </p:cNvPr>
            <p:cNvSpPr txBox="1"/>
            <p:nvPr/>
          </p:nvSpPr>
          <p:spPr>
            <a:xfrm>
              <a:off x="11160646" y="3842644"/>
              <a:ext cx="1060360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Negro (Black)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4A6E395-73CB-C304-3FDA-2C159656F691}"/>
                </a:ext>
              </a:extLst>
            </p:cNvPr>
            <p:cNvSpPr txBox="1"/>
            <p:nvPr/>
          </p:nvSpPr>
          <p:spPr>
            <a:xfrm>
              <a:off x="11159457" y="3457541"/>
              <a:ext cx="733742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White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F7FD1ED-0703-DD8A-5708-91EABC284880}"/>
                </a:ext>
              </a:extLst>
            </p:cNvPr>
            <p:cNvSpPr txBox="1"/>
            <p:nvPr/>
          </p:nvSpPr>
          <p:spPr>
            <a:xfrm>
              <a:off x="11154274" y="3277969"/>
              <a:ext cx="534882" cy="24053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Asian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05A62F2-45A8-7A04-1B14-831C33CFA3DB}"/>
                </a:ext>
              </a:extLst>
            </p:cNvPr>
            <p:cNvSpPr txBox="1"/>
            <p:nvPr/>
          </p:nvSpPr>
          <p:spPr>
            <a:xfrm>
              <a:off x="11160646" y="3636568"/>
              <a:ext cx="904748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Indigenous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66938EB-5C8B-E036-7575-B86492A07325}"/>
                </a:ext>
              </a:extLst>
            </p:cNvPr>
            <p:cNvSpPr txBox="1"/>
            <p:nvPr/>
          </p:nvSpPr>
          <p:spPr>
            <a:xfrm>
              <a:off x="10996849" y="3032412"/>
              <a:ext cx="902815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Race/color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3FFEC34-5788-88F2-8CA4-FED68D1E19C6}"/>
                </a:ext>
              </a:extLst>
            </p:cNvPr>
            <p:cNvSpPr txBox="1"/>
            <p:nvPr/>
          </p:nvSpPr>
          <p:spPr>
            <a:xfrm rot="16200000">
              <a:off x="583726" y="3459824"/>
              <a:ext cx="138638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Relative Mortality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2A7437E-A316-433B-EADC-9B30242F83F1}"/>
                </a:ext>
              </a:extLst>
            </p:cNvPr>
            <p:cNvSpPr txBox="1"/>
            <p:nvPr/>
          </p:nvSpPr>
          <p:spPr>
            <a:xfrm rot="16200000">
              <a:off x="3888603" y="3466143"/>
              <a:ext cx="138638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Relative Mortality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B63E1B0-D7A4-A7F5-D4BB-07B96654800C}"/>
                </a:ext>
              </a:extLst>
            </p:cNvPr>
            <p:cNvSpPr txBox="1"/>
            <p:nvPr/>
          </p:nvSpPr>
          <p:spPr>
            <a:xfrm rot="16200000">
              <a:off x="7192493" y="3479548"/>
              <a:ext cx="138638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Relative Mortality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1561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C6292-2295-8804-EFB8-B07F3352D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F3F9B25A-B61B-253F-6E23-7A9EE84B41F8}"/>
              </a:ext>
            </a:extLst>
          </p:cNvPr>
          <p:cNvSpPr txBox="1"/>
          <p:nvPr/>
        </p:nvSpPr>
        <p:spPr>
          <a:xfrm>
            <a:off x="1204327" y="-10925"/>
            <a:ext cx="2386015" cy="33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Alzheimer’s Disease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E0B235-1227-1AE6-A702-5A816EB3A019}"/>
              </a:ext>
            </a:extLst>
          </p:cNvPr>
          <p:cNvSpPr txBox="1"/>
          <p:nvPr/>
        </p:nvSpPr>
        <p:spPr>
          <a:xfrm>
            <a:off x="4815936" y="-10925"/>
            <a:ext cx="2386015" cy="33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Parkinson’s Disease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401B4C-8789-93F6-29F3-C850973C20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645"/>
          <a:stretch>
            <a:fillRect/>
          </a:stretch>
        </p:blipFill>
        <p:spPr>
          <a:xfrm>
            <a:off x="801349" y="310565"/>
            <a:ext cx="3293882" cy="30908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F555E7-EE0C-22C5-BC30-02E202D83D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693"/>
          <a:stretch>
            <a:fillRect/>
          </a:stretch>
        </p:blipFill>
        <p:spPr>
          <a:xfrm>
            <a:off x="4308864" y="355252"/>
            <a:ext cx="3174879" cy="309082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F017CD3-7ADC-2092-F931-23ACBC65B235}"/>
              </a:ext>
            </a:extLst>
          </p:cNvPr>
          <p:cNvSpPr txBox="1"/>
          <p:nvPr/>
        </p:nvSpPr>
        <p:spPr>
          <a:xfrm rot="16200000">
            <a:off x="-106523" y="1356643"/>
            <a:ext cx="1874490" cy="2879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Relative Mortality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97CCFF-A6B7-82C9-9F26-BA7C2F8D35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129" t="34116" r="2608" b="39261"/>
          <a:stretch>
            <a:fillRect/>
          </a:stretch>
        </p:blipFill>
        <p:spPr>
          <a:xfrm>
            <a:off x="7560855" y="1205492"/>
            <a:ext cx="625029" cy="12846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942D50-A25B-2BAC-03EA-8DE8C1DFBF5A}"/>
              </a:ext>
            </a:extLst>
          </p:cNvPr>
          <p:cNvSpPr txBox="1"/>
          <p:nvPr/>
        </p:nvSpPr>
        <p:spPr>
          <a:xfrm>
            <a:off x="7764311" y="2135699"/>
            <a:ext cx="116723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Negra (Black)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17E9D2-C1A1-091E-0053-92CA2CF471E5}"/>
              </a:ext>
            </a:extLst>
          </p:cNvPr>
          <p:cNvSpPr txBox="1"/>
          <p:nvPr/>
        </p:nvSpPr>
        <p:spPr>
          <a:xfrm>
            <a:off x="7763002" y="1615013"/>
            <a:ext cx="807697" cy="3537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White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61C232-F992-73FB-A1B0-CBB2FE508725}"/>
              </a:ext>
            </a:extLst>
          </p:cNvPr>
          <p:cNvSpPr txBox="1"/>
          <p:nvPr/>
        </p:nvSpPr>
        <p:spPr>
          <a:xfrm>
            <a:off x="7757297" y="1372219"/>
            <a:ext cx="588793" cy="325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Asian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27B4D7-DB7F-A70E-1769-DC775FD4FD54}"/>
              </a:ext>
            </a:extLst>
          </p:cNvPr>
          <p:cNvSpPr txBox="1"/>
          <p:nvPr/>
        </p:nvSpPr>
        <p:spPr>
          <a:xfrm>
            <a:off x="7764311" y="1857070"/>
            <a:ext cx="995939" cy="3537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Indigenous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AE3592-D46C-628C-7FFC-A0B2E579DC63}"/>
              </a:ext>
            </a:extLst>
          </p:cNvPr>
          <p:cNvSpPr txBox="1"/>
          <p:nvPr/>
        </p:nvSpPr>
        <p:spPr>
          <a:xfrm>
            <a:off x="7584005" y="1040209"/>
            <a:ext cx="993811" cy="3537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Race/color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1F90B23-A122-B165-125F-860473EA20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5808" r="14693"/>
          <a:stretch>
            <a:fillRect/>
          </a:stretch>
        </p:blipFill>
        <p:spPr>
          <a:xfrm>
            <a:off x="920352" y="6734599"/>
            <a:ext cx="3174879" cy="12957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C67F34E-2A30-807A-E1B2-C0BC05964671}"/>
              </a:ext>
            </a:extLst>
          </p:cNvPr>
          <p:cNvSpPr txBox="1"/>
          <p:nvPr/>
        </p:nvSpPr>
        <p:spPr>
          <a:xfrm rot="16200000">
            <a:off x="3272367" y="1388337"/>
            <a:ext cx="1874490" cy="2879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Relative Mortality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B87B05-B2C3-AD58-261B-92C114DE9A06}"/>
              </a:ext>
            </a:extLst>
          </p:cNvPr>
          <p:cNvSpPr txBox="1"/>
          <p:nvPr/>
        </p:nvSpPr>
        <p:spPr>
          <a:xfrm>
            <a:off x="691661" y="682"/>
            <a:ext cx="476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98A000-CBC2-724E-C796-78140D45137C}"/>
              </a:ext>
            </a:extLst>
          </p:cNvPr>
          <p:cNvSpPr txBox="1"/>
          <p:nvPr/>
        </p:nvSpPr>
        <p:spPr>
          <a:xfrm>
            <a:off x="4053540" y="0"/>
            <a:ext cx="476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8F6FF1-7323-ED2D-53FF-691AF3490BD8}"/>
              </a:ext>
            </a:extLst>
          </p:cNvPr>
          <p:cNvSpPr txBox="1"/>
          <p:nvPr/>
        </p:nvSpPr>
        <p:spPr>
          <a:xfrm>
            <a:off x="691661" y="3364738"/>
            <a:ext cx="476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DD8BEE-EA32-6C47-4AAD-F8CA83E3B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572" y="3622485"/>
            <a:ext cx="3619281" cy="320241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5EC7269-2C22-E30C-04CD-4C8B49C29E44}"/>
              </a:ext>
            </a:extLst>
          </p:cNvPr>
          <p:cNvSpPr txBox="1"/>
          <p:nvPr/>
        </p:nvSpPr>
        <p:spPr>
          <a:xfrm rot="16200000">
            <a:off x="-42293" y="4691601"/>
            <a:ext cx="1874490" cy="2879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Relative Mortality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4FEAAC-EC3F-6C38-CF40-48C54BD35D1A}"/>
              </a:ext>
            </a:extLst>
          </p:cNvPr>
          <p:cNvSpPr txBox="1"/>
          <p:nvPr/>
        </p:nvSpPr>
        <p:spPr>
          <a:xfrm>
            <a:off x="1426968" y="3360625"/>
            <a:ext cx="2386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Huntington’s Disease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5AC837-8F1B-7D00-0D61-2C3C58C9632E}"/>
              </a:ext>
            </a:extLst>
          </p:cNvPr>
          <p:cNvSpPr txBox="1"/>
          <p:nvPr/>
        </p:nvSpPr>
        <p:spPr>
          <a:xfrm>
            <a:off x="4049003" y="3360625"/>
            <a:ext cx="476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B88E72-2874-0402-BCC6-20B9A0B13782}"/>
              </a:ext>
            </a:extLst>
          </p:cNvPr>
          <p:cNvSpPr txBox="1"/>
          <p:nvPr/>
        </p:nvSpPr>
        <p:spPr>
          <a:xfrm>
            <a:off x="5072058" y="3360625"/>
            <a:ext cx="2386015" cy="33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Neuroblastoma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455855D4-6198-5378-D2C3-0071295412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560" b="-4223"/>
          <a:stretch>
            <a:fillRect/>
          </a:stretch>
        </p:blipFill>
        <p:spPr>
          <a:xfrm>
            <a:off x="4223230" y="3688865"/>
            <a:ext cx="3931549" cy="3226172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8F8A5A3B-6672-0945-0C20-F074D362B495}"/>
              </a:ext>
            </a:extLst>
          </p:cNvPr>
          <p:cNvSpPr txBox="1"/>
          <p:nvPr/>
        </p:nvSpPr>
        <p:spPr>
          <a:xfrm rot="16200000">
            <a:off x="3304842" y="4673841"/>
            <a:ext cx="1874490" cy="2879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Relative Mortality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E0A11DA-AD7D-756C-E6F0-680B09F242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129" t="34116" r="2608" b="39261"/>
          <a:stretch>
            <a:fillRect/>
          </a:stretch>
        </p:blipFill>
        <p:spPr>
          <a:xfrm>
            <a:off x="7609884" y="4537366"/>
            <a:ext cx="625029" cy="128469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C3A826B5-328E-2C06-393B-E776F415D063}"/>
              </a:ext>
            </a:extLst>
          </p:cNvPr>
          <p:cNvSpPr txBox="1"/>
          <p:nvPr/>
        </p:nvSpPr>
        <p:spPr>
          <a:xfrm>
            <a:off x="7813340" y="5467573"/>
            <a:ext cx="116723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Negra (Black)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46B612A-FE7E-5A74-FEB7-B285A50E4EEB}"/>
              </a:ext>
            </a:extLst>
          </p:cNvPr>
          <p:cNvSpPr txBox="1"/>
          <p:nvPr/>
        </p:nvSpPr>
        <p:spPr>
          <a:xfrm>
            <a:off x="7812031" y="4946887"/>
            <a:ext cx="807697" cy="3537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White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7CECF4C-83DE-0C85-DFA8-428A6E074156}"/>
              </a:ext>
            </a:extLst>
          </p:cNvPr>
          <p:cNvSpPr txBox="1"/>
          <p:nvPr/>
        </p:nvSpPr>
        <p:spPr>
          <a:xfrm>
            <a:off x="7806326" y="4704093"/>
            <a:ext cx="588793" cy="325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Asian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413BC84-F708-0BF9-AC4F-E067A9E0EDF1}"/>
              </a:ext>
            </a:extLst>
          </p:cNvPr>
          <p:cNvSpPr txBox="1"/>
          <p:nvPr/>
        </p:nvSpPr>
        <p:spPr>
          <a:xfrm>
            <a:off x="7813340" y="5188944"/>
            <a:ext cx="995939" cy="3537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Indigenous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E22F1E-A64F-A9D6-FD7B-A241353945B2}"/>
              </a:ext>
            </a:extLst>
          </p:cNvPr>
          <p:cNvSpPr txBox="1"/>
          <p:nvPr/>
        </p:nvSpPr>
        <p:spPr>
          <a:xfrm>
            <a:off x="7622874" y="4372083"/>
            <a:ext cx="993811" cy="3537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Race/color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2F6C53-66B6-B335-B7FD-C8976D2A1E53}"/>
              </a:ext>
            </a:extLst>
          </p:cNvPr>
          <p:cNvSpPr txBox="1"/>
          <p:nvPr/>
        </p:nvSpPr>
        <p:spPr>
          <a:xfrm>
            <a:off x="5744904" y="6689466"/>
            <a:ext cx="518160" cy="182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year</a:t>
            </a:r>
            <a:endParaRPr 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4C679D-EA05-C429-492B-F482D3D9AB7C}"/>
              </a:ext>
            </a:extLst>
          </p:cNvPr>
          <p:cNvSpPr txBox="1"/>
          <p:nvPr/>
        </p:nvSpPr>
        <p:spPr>
          <a:xfrm>
            <a:off x="2331515" y="6666770"/>
            <a:ext cx="518160" cy="182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year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8077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4685</TotalTime>
  <Words>107</Words>
  <Application>Microsoft Macintosh PowerPoint</Application>
  <PresentationFormat>Widescreen</PresentationFormat>
  <Paragraphs>56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Gepoliano Chaves</dc:creator>
  <cp:lastModifiedBy>Gepoliano Chaves</cp:lastModifiedBy>
  <cp:revision>6</cp:revision>
  <dcterms:created xsi:type="dcterms:W3CDTF">2026-06-30T17:17:26Z</dcterms:created>
  <dcterms:modified xsi:type="dcterms:W3CDTF">2026-08-19T16:36:41Z</dcterms:modified>
</cp:coreProperties>
</file>